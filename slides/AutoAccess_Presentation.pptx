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4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The Problem – Manual User Account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E6E6E6"/>
                </a:solidFill>
              </a:defRPr>
            </a:pPr>
            <a:r>
              <a:t>AutoAccess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Justification: Why Automate?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Repetitive</a:t>
            </a:r>
          </a:p>
          <a:p>
            <a:pPr/>
            <a:r>
              <a:t>High error rate (8%)</a:t>
            </a:r>
          </a:p>
          <a:p>
            <a:pPr/>
            <a:r>
              <a:t>Slow (20 min/user)</a:t>
            </a:r>
          </a:p>
          <a:p>
            <a:pPr/>
            <a:r>
              <a:t>Security-critical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AutoAccess: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HR upload triggers automation</a:t>
            </a:r>
          </a:p>
          <a:p>
            <a:pPr/>
            <a:r>
              <a:t>Accounts + roles</a:t>
            </a:r>
          </a:p>
          <a:p>
            <a:pPr/>
            <a:r>
              <a:t>Email notification</a:t>
            </a:r>
          </a:p>
          <a:p>
            <a:pPr/>
            <a:r>
              <a:t>Audit logging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Streamlit dashboard</a:t>
            </a:r>
          </a:p>
          <a:p>
            <a:pPr/>
            <a:r>
              <a:t>Python + pandas</a:t>
            </a:r>
          </a:p>
          <a:p>
            <a:pPr/>
            <a:r>
              <a:t>SQLite audit log</a:t>
            </a:r>
          </a:p>
          <a:p>
            <a:pPr/>
            <a:r>
              <a:t>JSON-based AD (simulated)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Demo: End-to-End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Upload XLSX</a:t>
            </a:r>
          </a:p>
          <a:p>
            <a:pPr/>
            <a:r>
              <a:t>Validate</a:t>
            </a:r>
          </a:p>
          <a:p>
            <a:pPr/>
            <a:r>
              <a:t>Create accounts</a:t>
            </a:r>
          </a:p>
          <a:p>
            <a:pPr/>
            <a:r>
              <a:t>Send emails</a:t>
            </a:r>
          </a:p>
          <a:p>
            <a:pPr/>
            <a:r>
              <a:t>Update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 Integration (95% Automated)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Only HR upload</a:t>
            </a:r>
          </a:p>
          <a:p>
            <a:pPr/>
            <a:r>
              <a:t>IT reviews exceptions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AD Auth → JSON + LDAP comment</a:t>
            </a:r>
          </a:p>
          <a:p>
            <a:pPr/>
            <a:r>
              <a:t>Validation &amp; error report</a:t>
            </a:r>
          </a:p>
          <a:p>
            <a:pPr/>
            <a:r>
              <a:t>Email → simulated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Time: 20 min → 30 sec (98%)</a:t>
            </a:r>
          </a:p>
          <a:p>
            <a:pPr/>
            <a:r>
              <a:t>IT hours: 17 → &lt;1</a:t>
            </a:r>
          </a:p>
          <a:p>
            <a:pPr/>
            <a:r>
              <a:t>Errors: 8% → &lt;0.5%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